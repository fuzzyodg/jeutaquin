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Présentation Technique : Restaurant A'kadi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Tradi-Moderne : HTML, CSS &amp; JavaScript</a:t>
            </a:r>
          </a:p>
          <a:p>
            <a:r>
              <a:t>Analyse des Sections et du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Accueil - Hero &amp; Identité</a:t>
            </a:r>
          </a:p>
        </p:txBody>
      </p:sp>
      <p:pic>
        <p:nvPicPr>
          <p:cNvPr id="3" name="Picture 2" descr="accueil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571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&lt;section class="hero"&gt;</a:t>
            </a:r>
            <a:br/>
            <a:r>
              <a:t>  &lt;div class="hero__slides"&gt;</a:t>
            </a:r>
            <a:br/>
            <a:r>
              <a:t>    &lt;div class="hero__slide active"&gt;...&lt;/div&gt;</a:t>
            </a:r>
            <a:br/>
            <a:r>
              <a:t>  &lt;/div&gt;</a:t>
            </a:r>
            <a:br/>
            <a:r>
              <a:t>  &lt;div class="hero__content"&gt;</a:t>
            </a:r>
            <a:br/>
            <a:r>
              <a:t>    &lt;h1&gt;L'authenticité...&lt;/h1&gt;</a:t>
            </a:r>
            <a:br/>
            <a:r>
              <a:t>  &lt;/div&gt;</a:t>
            </a:r>
            <a:br/>
            <a:r>
              <a:t>&lt;/section&gt;</a:t>
            </a:r>
            <a:br/>
            <a:br/>
            <a:r>
              <a:t>CSS:</a:t>
            </a:r>
            <a:br/>
            <a:r>
              <a:t>.hero__slide {</a:t>
            </a:r>
            <a:br/>
            <a:r>
              <a:t>  opacity: 0;</a:t>
            </a:r>
            <a:br/>
            <a:r>
              <a:t>  transition: opacity 1s;</a:t>
            </a:r>
            <a:br/>
            <a:r>
              <a:t>}</a:t>
            </a:r>
            <a:br/>
            <a:r>
              <a:t>.hero__slide.active {</a:t>
            </a:r>
            <a:br/>
            <a:r>
              <a:t>  opacity: 1;</a:t>
            </a:r>
            <a:br/>
            <a:r>
              <a:t>}</a:t>
            </a:r>
            <a:br/>
            <a:br/>
            <a:r>
              <a:t>JS:</a:t>
            </a:r>
            <a:br/>
            <a:r>
              <a:t>function goTo(idx) {</a:t>
            </a:r>
            <a:br/>
            <a:r>
              <a:t>  slides[current].classList.remove('active');</a:t>
            </a:r>
            <a:br/>
            <a:r>
              <a:t>  current = idx % slides.length;</a:t>
            </a:r>
            <a:br/>
            <a:r>
              <a:t>  slides[current].classList.add('active');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La bannière d'accueil utilise un système de diapositives (slides) géré en JavaScript. Le CSS assure une transition fluide par opacité (fade-in) entre les images pour un rendu luxueux et moderne.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Accueil - Spécialités Animées</a:t>
            </a:r>
          </a:p>
        </p:txBody>
      </p:sp>
      <p:pic>
        <p:nvPicPr>
          <p:cNvPr id="3" name="Picture 2" descr="accueil_special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8739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&lt;article class="specialty-card specialty-card--slider active"&gt;</a:t>
            </a:r>
            <a:br/>
            <a:r>
              <a:t>  &lt;img src="zamnin.jpeg" /&gt;</a:t>
            </a:r>
            <a:br/>
            <a:r>
              <a:t>  &lt;div class="specialty-card__content"&gt;</a:t>
            </a:r>
            <a:br/>
            <a:r>
              <a:t>    &lt;h3&gt;Zamne&lt;/h3&gt;</a:t>
            </a:r>
            <a:br/>
            <a:r>
              <a:t>  &lt;/div&gt;</a:t>
            </a:r>
            <a:br/>
            <a:r>
              <a:t>&lt;/article&gt;</a:t>
            </a:r>
            <a:br/>
            <a:br/>
            <a:r>
              <a:t>CSS:</a:t>
            </a:r>
            <a:br/>
            <a:r>
              <a:t>.specialty-card {</a:t>
            </a:r>
            <a:br/>
            <a:r>
              <a:t>  transition: transform 0.8s, opacity 0.8s;</a:t>
            </a:r>
            <a:br/>
            <a:r>
              <a:t>}</a:t>
            </a:r>
            <a:br/>
            <a:r>
              <a:t>.specialty-card.exit {</a:t>
            </a:r>
            <a:br/>
            <a:r>
              <a:t>  transform: translateX(-100%);</a:t>
            </a:r>
            <a:br/>
            <a:r>
              <a:t>}</a:t>
            </a:r>
            <a:br/>
            <a:br/>
            <a:r>
              <a:t>JS:</a:t>
            </a:r>
            <a:br/>
            <a:r>
              <a:t>slides[current].classList.add('exit');</a:t>
            </a:r>
            <a:br/>
            <a:r>
              <a:t>setTimeout(() =&gt; {</a:t>
            </a:r>
            <a:br/>
            <a:r>
              <a:t>  slides[prev].classList.remove('exit');</a:t>
            </a:r>
            <a:br/>
            <a:r>
              <a:t>}, 800);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Le curseur des spécialités combine des classes d'état (active, exit) pour créer un mouvement de glissement élégant. L'utilisation de setTimeout permet de synchroniser le retrait des anciennes cartes.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Accueil - Avis Clients</a:t>
            </a:r>
          </a:p>
        </p:txBody>
      </p:sp>
      <p:pic>
        <p:nvPicPr>
          <p:cNvPr id="3" name="Picture 2" descr="accueil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0541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&lt;div class="review-card"&gt;</a:t>
            </a:r>
            <a:br/>
            <a:r>
              <a:t>  &lt;div class="review-card__stars"&gt;★★★★★&lt;/div&gt;</a:t>
            </a:r>
            <a:br/>
            <a:r>
              <a:t>  &lt;p&gt;...&lt;/p&gt;</a:t>
            </a:r>
            <a:br/>
            <a:r>
              <a:t>&lt;/div&gt;</a:t>
            </a:r>
            <a:br/>
            <a:br/>
            <a:r>
              <a:t>CSS:</a:t>
            </a:r>
            <a:br/>
            <a:r>
              <a:t>.review-card {</a:t>
            </a:r>
            <a:br/>
            <a:r>
              <a:t>  background: var(--color-white);</a:t>
            </a:r>
            <a:br/>
            <a:r>
              <a:t>  border-radius: var(--radius-lg);</a:t>
            </a:r>
            <a:br/>
            <a:r>
              <a:t>  box-shadow: var(--shadow-sm);</a:t>
            </a:r>
            <a:br/>
            <a:r>
              <a:t>}</a:t>
            </a:r>
            <a:br/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La section des avis clients utilise une grille responsive pour présenter les témoignages. Les étoiles sont gérées par des caractères Unicode et stylisées en doré pour rester cohérent avec le thème.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Accueil - Producteurs Locaux</a:t>
            </a:r>
          </a:p>
        </p:txBody>
      </p:sp>
      <p:pic>
        <p:nvPicPr>
          <p:cNvPr id="3" name="Picture 2" descr="accuei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5138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&lt;div class="producer-markers"&gt;</a:t>
            </a:r>
            <a:br/>
            <a:r>
              <a:t>  &lt;div class="producer-marker" style="top: 20%; left: 30%;"&gt;</a:t>
            </a:r>
            <a:br/>
            <a:r>
              <a:t>    &lt;div class="producer-marker__dot"&gt;&lt;/div&gt;</a:t>
            </a:r>
            <a:br/>
            <a:r>
              <a:t>  &lt;/div&gt;</a:t>
            </a:r>
            <a:br/>
            <a:r>
              <a:t>&lt;/div&gt;</a:t>
            </a:r>
            <a:br/>
            <a:br/>
            <a:r>
              <a:t>CSS:</a:t>
            </a:r>
            <a:br/>
            <a:r>
              <a:t>.producer-marker__dot {</a:t>
            </a:r>
            <a:br/>
            <a:r>
              <a:t>  width: 12px; height: 12px;</a:t>
            </a:r>
            <a:br/>
            <a:r>
              <a:t>  background: var(--color-primary);</a:t>
            </a:r>
            <a:br/>
            <a:r>
              <a:t>  border-radius: 50%;</a:t>
            </a:r>
            <a:br/>
            <a:r>
              <a:t>  animation: pulse 2s infinite;</a:t>
            </a:r>
            <a:br/>
            <a:r>
              <a:t>}</a:t>
            </a:r>
            <a:br/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Une carte interactive (visuelle) localise les producteurs. Des marqueurs positionnés de manière absolue en CSS avec des animations de pulsation soulignent l'engagement local du restaurant.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Menu - Bandeau Défilant Infini</a:t>
            </a:r>
          </a:p>
        </p:txBody>
      </p:sp>
      <p:pic>
        <p:nvPicPr>
          <p:cNvPr id="3" name="Picture 2" descr="menu_infin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0284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&lt;div class="infinite-scroll__track"&gt;</a:t>
            </a:r>
            <a:br/>
            <a:r>
              <a:t>  &lt;!-- Groupe 1 --&gt;</a:t>
            </a:r>
            <a:br/>
            <a:r>
              <a:t>  &lt;div class="food-card"&gt;...&lt;/div&gt;</a:t>
            </a:r>
            <a:br/>
            <a:r>
              <a:t>  &lt;!-- Groupe 2 (Copie) --&gt;</a:t>
            </a:r>
            <a:br/>
            <a:r>
              <a:t>  &lt;div class="food-card"&gt;...&lt;/div&gt;</a:t>
            </a:r>
            <a:br/>
            <a:r>
              <a:t>&lt;/div&gt;</a:t>
            </a:r>
            <a:br/>
            <a:br/>
            <a:r>
              <a:t>CSS:</a:t>
            </a:r>
            <a:br/>
            <a:r>
              <a:t>@keyframes scroll {</a:t>
            </a:r>
            <a:br/>
            <a:r>
              <a:t>  0% { transform: translateX(0); }</a:t>
            </a:r>
            <a:br/>
            <a:r>
              <a:t>  100% { transform: translateX(-50%); }</a:t>
            </a:r>
            <a:br/>
            <a:r>
              <a:t>}</a:t>
            </a:r>
            <a:br/>
            <a:r>
              <a:t>.infinite-scroll__track {</a:t>
            </a:r>
            <a:br/>
            <a:r>
              <a:t>  animation: scroll 40s linear infinite;</a:t>
            </a:r>
            <a:br/>
            <a:r>
              <a:t>}</a:t>
            </a:r>
            <a:br/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Le défilement infini est réalisé en CSS pur. En doublant les éléments dans le HTML et en déplaçant le conteneur de 50%, on crée une boucle parfaite sans interruption visuelle.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Menu - Filtrage Dynamique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&lt;button class="filter__btn" data-category="grillades"&gt;Grillades&lt;/button&gt;</a:t>
            </a:r>
            <a:br/>
            <a:r>
              <a:t>&lt;div class="menu-item" data-category="grillades"&gt;...&lt;/div&gt;</a:t>
            </a:r>
            <a:br/>
            <a:br/>
            <a:r>
              <a:t>CSS:</a:t>
            </a:r>
            <a:br/>
            <a:r>
              <a:t>.hidden {</a:t>
            </a:r>
            <a:br/>
            <a:r>
              <a:t>  display: none;</a:t>
            </a:r>
            <a:br/>
            <a:r>
              <a:t>  opacity: 0;</a:t>
            </a:r>
            <a:br/>
            <a:r>
              <a:t>}</a:t>
            </a:r>
            <a:br/>
            <a:br/>
            <a:r>
              <a:t>JS:</a:t>
            </a:r>
            <a:br/>
            <a:r>
              <a:t>items.forEach(item =&gt; {</a:t>
            </a:r>
            <a:br/>
            <a:r>
              <a:t>  const catOk = cat === 'all' || itemCat === cat;</a:t>
            </a:r>
            <a:br/>
            <a:r>
              <a:t>  item.classList.toggle('hidden', !catOk);</a:t>
            </a:r>
            <a:br/>
            <a: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Le filtrage utilise des attributs de données (data-attributes). Le JavaScript masque ou affiche les plats instantanément sans recharger la page, offrant une navigation fluide aux clients.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À propos - Histoire Familiale</a:t>
            </a:r>
          </a:p>
        </p:txBody>
      </p:sp>
      <p:pic>
        <p:nvPicPr>
          <p:cNvPr id="3" name="Picture 2" descr="apropo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626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&lt;div class="about-hero__content"&gt;</a:t>
            </a:r>
            <a:br/>
            <a:r>
              <a:t>  &lt;h2&gt;Une Passion Culinaire&lt;/h2&gt;</a:t>
            </a:r>
            <a:br/>
            <a:r>
              <a:t>  &lt;p&gt;Fondé avec la conviction...&lt;/p&gt;</a:t>
            </a:r>
            <a:br/>
            <a:r>
              <a:t>&lt;/div&gt;</a:t>
            </a:r>
            <a:br/>
            <a:br/>
            <a:r>
              <a:t>CSS:</a:t>
            </a:r>
            <a:br/>
            <a:r>
              <a:t>.about-hero {</a:t>
            </a:r>
            <a:br/>
            <a:r>
              <a:t>  display: grid;</a:t>
            </a:r>
            <a:br/>
            <a:r>
              <a:t>  grid-template-columns: 1fr 1fr;</a:t>
            </a:r>
            <a:br/>
            <a:r>
              <a:t>  gap: var(--spacing-xl);</a:t>
            </a:r>
            <a:br/>
            <a:r>
              <a:t>}</a:t>
            </a:r>
            <a:br/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La page À Propos utilise une grille à deux colonnes sur desktop pour équilibrer le texte narratif et les images de l'équipe, assurant une lecture agréable de l'histoire du restaurant.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À propos - Valeurs &amp; Engagement</a:t>
            </a:r>
          </a:p>
        </p:txBody>
      </p:sp>
      <p:pic>
        <p:nvPicPr>
          <p:cNvPr id="3" name="Picture 2" descr="apropos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032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&lt;div class="value-card"&gt;</a:t>
            </a:r>
            <a:br/>
            <a:r>
              <a:t>  &lt;div class="value-card__icon"&gt;🌱&lt;/div&gt;</a:t>
            </a:r>
            <a:br/>
            <a:r>
              <a:t>  &lt;h3&gt;Nutrition Saine&lt;/h3&gt;</a:t>
            </a:r>
            <a:br/>
            <a:r>
              <a:t>&lt;/div&gt;</a:t>
            </a:r>
            <a:br/>
            <a:br/>
            <a:r>
              <a:t>CSS:</a:t>
            </a:r>
            <a:br/>
            <a:r>
              <a:t>.value-card:hover {</a:t>
            </a:r>
            <a:br/>
            <a:r>
              <a:t>  transform: translateY(-5px);</a:t>
            </a:r>
            <a:br/>
            <a:r>
              <a:t>  box-shadow: var(--shadow-md);</a:t>
            </a:r>
            <a:br/>
            <a:r>
              <a:t>}</a:t>
            </a:r>
            <a:br/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Les valeurs sont présentées dans des cartes auto-descriptives. Des micro-interactions (hover) renforcent l'engagement de l'utilisateur tout en soulignant les piliers éthiques d'A'kadi.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À propos - L'Histoire de Maman A'kadi</a:t>
            </a:r>
          </a:p>
        </p:txBody>
      </p:sp>
      <p:pic>
        <p:nvPicPr>
          <p:cNvPr id="3" name="Picture 2" descr="apropos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311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&lt;section class="story"&gt;</a:t>
            </a:r>
            <a:br/>
            <a:r>
              <a:t>  &lt;h2&gt;L'Histoire de Maman A'kadi&lt;/h2&gt;</a:t>
            </a:r>
            <a:br/>
            <a:r>
              <a:t>  &lt;p&gt;Tout a commencé par...&lt;/p&gt;</a:t>
            </a:r>
            <a:br/>
            <a:r>
              <a:t>&lt;/section&gt;</a:t>
            </a:r>
            <a:br/>
            <a:br/>
            <a:r>
              <a:t>CSS:</a:t>
            </a:r>
            <a:br/>
            <a:r>
              <a:t>.story {</a:t>
            </a:r>
            <a:br/>
            <a:r>
              <a:t>  background: linear-gradient(135deg, #e7e1d1, #b77212);</a:t>
            </a:r>
            <a:br/>
            <a:r>
              <a:t>  padding: 4rem 0;</a:t>
            </a:r>
            <a:br/>
            <a:r>
              <a:t>}</a:t>
            </a:r>
            <a:br/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Le design narratif utilise des dégradés de couleurs inspirés du Sahel. La mise en page sémantique (section, article) assure une bonne accessibilité et un récit immersif.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Événements - Calendrier &amp; Grille</a:t>
            </a:r>
          </a:p>
        </p:txBody>
      </p:sp>
      <p:pic>
        <p:nvPicPr>
          <p:cNvPr id="3" name="Picture 2" descr="evenem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45349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&lt;div class="event-card"&gt;</a:t>
            </a:r>
            <a:br/>
            <a:r>
              <a:t>  &lt;img src="ldc.jpg" /&gt;</a:t>
            </a:r>
            <a:br/>
            <a:r>
              <a:t>  &lt;span class="event-card__date"&gt;Mai 2026&lt;/span&gt;</a:t>
            </a:r>
            <a:br/>
            <a:r>
              <a:t>&lt;/div&gt;</a:t>
            </a:r>
            <a:br/>
            <a:br/>
            <a:r>
              <a:t>CSS:</a:t>
            </a:r>
            <a:br/>
            <a:r>
              <a:t>.event-card__image {</a:t>
            </a:r>
            <a:br/>
            <a:r>
              <a:t>  position: relative;</a:t>
            </a:r>
            <a:br/>
            <a:r>
              <a:t>  overflow: hidden;</a:t>
            </a:r>
            <a:br/>
            <a:r>
              <a:t>}</a:t>
            </a:r>
            <a:br/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Les événements sont organisés dans une grille flexible. Chaque carte possède un badge de date positionné de manière absolue, garantissant une lisibilité immédiate des échéances.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Événements - Modales d'Inscription</a:t>
            </a:r>
          </a:p>
        </p:txBody>
      </p:sp>
      <p:pic>
        <p:nvPicPr>
          <p:cNvPr id="3" name="Picture 2" descr="evenemen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7329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&lt;div id="event-modal" class="modal"&gt;</a:t>
            </a:r>
            <a:br/>
            <a:r>
              <a:t>  &lt;div class="modal__content"&gt;...&lt;/div&gt;</a:t>
            </a:r>
            <a:br/>
            <a:r>
              <a:t>&lt;/div&gt;</a:t>
            </a:r>
            <a:br/>
            <a:br/>
            <a:r>
              <a:t>CSS:</a:t>
            </a:r>
            <a:br/>
            <a:r>
              <a:t>.modal.active {</a:t>
            </a:r>
            <a:br/>
            <a:r>
              <a:t>  opacity: 1;</a:t>
            </a:r>
            <a:br/>
            <a:r>
              <a:t>  visibility: visible;</a:t>
            </a:r>
            <a:br/>
            <a:r>
              <a:t>}</a:t>
            </a:r>
            <a:br/>
            <a:br/>
            <a:r>
              <a:t>JS:</a:t>
            </a:r>
            <a:br/>
            <a:r>
              <a:t>function openModal(eventName) {</a:t>
            </a:r>
            <a:br/>
            <a:r>
              <a:t>  modal.classList.add('active');</a:t>
            </a:r>
            <a:br/>
            <a:r>
              <a:t>  document.body.style.overflow = 'hidden';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La gestion des événements utilise des fenêtres modales. Le JavaScript contrôle l'état d'affichage et verrouille le défilement du corps de la page pour une meilleure UX lors de la saisie.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Contact - Logique de Réservation</a:t>
            </a:r>
          </a:p>
        </p:txBody>
      </p:sp>
      <p:pic>
        <p:nvPicPr>
          <p:cNvPr id="3" name="Picture 2" descr="contac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6150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HTML:</a:t>
            </a:r>
            <a:br/>
            <a:r>
              <a:t>&lt;input type="radio" name="mode" value="livraison" /&gt;</a:t>
            </a:r>
            <a:br/>
            <a:r>
              <a:t>&lt;div id="address-block" style="display:none"&gt;...&lt;/div&gt;</a:t>
            </a:r>
            <a:br/>
            <a:br/>
            <a:r>
              <a:t>JS:</a:t>
            </a:r>
            <a:br/>
            <a:r>
              <a:t>radio.addEventListener('change', () =&gt; {</a:t>
            </a:r>
            <a:br/>
            <a:r>
              <a:t>  const isDelivery = radio.value === 'livraison';</a:t>
            </a:r>
            <a:br/>
            <a:r>
              <a:t>  addrBlock.style.display = isDelivery ? 'block' : 'none';</a:t>
            </a:r>
            <a:br/>
            <a: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Le formulaire est intelligent : il affiche dynamiquement les champs selon le mode choisi (livraison ou sur place). Le JavaScript gère l'affichage conditionnel pour simplifier le parcours client.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Gestion du Panier - LocalStorage</a:t>
            </a:r>
          </a:p>
        </p:txBody>
      </p:sp>
      <p:pic>
        <p:nvPicPr>
          <p:cNvPr id="3" name="Picture 2" descr="accueil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571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JS:</a:t>
            </a:r>
            <a:br/>
            <a:r>
              <a:t>let items = JSON.parse(localStorage.getItem('akadi_cart') || '[]');</a:t>
            </a:r>
            <a:br/>
            <a:r>
              <a:t>function save() {</a:t>
            </a:r>
            <a:br/>
            <a:r>
              <a:t>  localStorage.setItem('akadi_cart', JSON.stringify(items));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Le panier est persistant grâce à l'API LocalStorage. Les choix du client sont sauvegardés localement, permettant une expérience continue à travers toutes les pages du site.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40A"/>
                </a:solidFill>
              </a:defRPr>
            </a:pPr>
            <a:r>
              <a:t>Design System - Variables CSS</a:t>
            </a:r>
          </a:p>
        </p:txBody>
      </p:sp>
      <p:pic>
        <p:nvPicPr>
          <p:cNvPr id="3" name="Picture 2" descr="accueil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131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4114800"/>
          </a:xfrm>
          <a:prstGeom prst="rect">
            <a:avLst/>
          </a:prstGeom>
          <a:solidFill>
            <a:srgbClr val="F5F2EB"/>
          </a:solidFill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CSS:</a:t>
            </a:r>
            <a:br/>
            <a:r>
              <a:t>:root {</a:t>
            </a:r>
            <a:br/>
            <a:r>
              <a:t>  --color-primary: #6f240a;</a:t>
            </a:r>
            <a:br/>
            <a:r>
              <a:t>  --color-gold: #fed65b;</a:t>
            </a:r>
            <a:br/>
            <a:r>
              <a:t>  --pattern-bogolan: url("...");</a:t>
            </a:r>
            <a:br/>
            <a:r>
              <a:t>}</a:t>
            </a:r>
            <a:br/>
            <a:r>
              <a:t>[data-theme="dark"] {</a:t>
            </a:r>
            <a:br/>
            <a:r>
              <a:t>  --color-bg: #12100e;</a:t>
            </a:r>
            <a:br/>
            <a:r>
              <a:t>}</a:t>
            </a:r>
            <a:br/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L'utilisation de variables CSS centralisées permet de maintenir une cohérence visuelle parfaite. Le passage au mode sombre (Sahara Luxury) se fait dynamiquement via l'attribut data-theme.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